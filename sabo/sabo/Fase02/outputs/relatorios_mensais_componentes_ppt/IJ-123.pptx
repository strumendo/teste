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603.676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1,27 %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7.676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603.676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1,27 %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7.676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Mai/2025: 50.203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(sem composto) lidera com 81,64 %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1,27 %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01/03/2025 — próxima prescrita em 16/04/2026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50.203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26.247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17.645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Mar/2026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(sem composto)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81,64 %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492.819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19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7.337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(sem composto)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492.819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81,64 %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7.337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44.727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7,41 %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N-142/67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24.007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3,98 %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19.575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3,24 %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N146/9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15.380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2,55 %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3.951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0,65 %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1,27 %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7.676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603.676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(sem composto): maior volume de refugo absoluto (7.337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F420/95: zero refugo registrado em 1 mês(es)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2356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E53E5A"/>
                </a:solidFill>
                <a:latin typeface="Calibri"/>
              </a:rPr>
              <a:t>-11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16/04/2026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01/03/2025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384,0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0,030 / fuso 0,210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1.464,79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0,00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consumo dentro do esperado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384,0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384,0 × 1,0000 × 1,0000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16/04/2026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603.676 peças em 23 meses com pico histórico de 50.203 em Mai/2025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(sem composto)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81,64 % da produção — composto principal por 19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1,27 %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16/04/2026 — -11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603.676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9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1,27 %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50.203 peças — Mai/2025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16/04/2026 (-11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