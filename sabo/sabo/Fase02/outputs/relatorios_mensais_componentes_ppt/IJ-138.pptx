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259.172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3,57 %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9.241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259.172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3,57 %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9.241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Ago/2024: 17.858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P250/14 lidera com 84,81 %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3,57 %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06/09/2025 — próxima prescrita em 04/09/2027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17.858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Ago/2024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11.268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2.284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P250/14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84,81 %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219.800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23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7.599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P250/14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219.800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84,81 %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7.599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N-142/44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30.625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11,82 %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1.202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7.570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2,92 %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F424/40 MARROM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1.177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0,45 %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F1A13C"/>
                </a:solidFill>
                <a:latin typeface="Calibri"/>
              </a:rPr>
              <a:t>3,57 %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9.241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259.172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1A13C"/>
                </a:solidFill>
                <a:latin typeface="Calibri"/>
              </a:rPr>
              <a:t>Atenção ao patamar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P250/14: maior volume de refugo absoluto (7.599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F1A13C"/>
                </a:solidFill>
                <a:latin typeface="Calibr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próximo do limite — monitorar tendência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495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04/09/2027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06/09/2025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539,0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1.059,27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4.310,69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1,3000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**0,25×** a massa típica → adia a próxima troca (×1,300)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700,7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539,0 × 1,0000 × 1,3000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04/09/2027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259.172 peças em 23 meses com pico histórico de 17.858 em Ago/2024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P250/14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84,81 % da produção — composto principal por 23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3,57 %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04/09/2027 — 495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259.172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4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3,57 %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17.858 peças — Ago/2024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04/09/2027 (495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