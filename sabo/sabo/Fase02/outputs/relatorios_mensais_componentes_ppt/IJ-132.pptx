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4.102.806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0,71 %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29.112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4.102.806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0,71 %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29.112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Nov/2024: 263.166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N144/85 lidera com 100,00 %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0,71 %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12/04/2025 — próxima prescrita em 05/11/2026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263.166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Nov/2024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178.383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Dez/2025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N144/85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100,00 %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4.102.806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21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29.112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N144/85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4.102.806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100,00 %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29.112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0,71 %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29.112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4.102.806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N144/85: maior volume de refugo absoluto (29.112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192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05/11/2026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12/04/2025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419,0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0,045 / fuso 0,110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3.255,33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4.745,15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**0,69×**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544,7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419,0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05/11/2026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4.102.806 peças em 23 meses com pico histórico de 263.166 em Nov/2024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N144/85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100,00 % da produção — composto principal por 21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0,71 %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05/11/2026 — 192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4.102.806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0,71 %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263.166 peças — Nov/2024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05/11/2026 (192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