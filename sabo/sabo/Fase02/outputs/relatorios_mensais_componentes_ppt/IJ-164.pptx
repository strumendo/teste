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367.213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3,57 %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13.123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367.213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3,57 %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13.123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Mar/2025: 22.310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N-142/44 lidera com 40,26 %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3,57 %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27/04/2025 — próxima prescrita em 23/06/2026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22.310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Mar/2025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15.966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2.233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N-142/44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40,26 %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147.853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4.195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N-142/44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147.853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40,26 %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4.195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146.324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39,85 %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6.182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F420/201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28.244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7,69 %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1.046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11.282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3,07 %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F420/306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10.647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2,90 %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293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N-158/3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7.385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2,01 %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F1A13C"/>
                </a:solidFill>
                <a:latin typeface="Calibri"/>
              </a:rPr>
              <a:t>3,57 %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13.123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367.213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1A13C"/>
                </a:solidFill>
                <a:latin typeface="Calibri"/>
              </a:rPr>
              <a:t>Atenção ao patamar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F420/134: maior volume de refugo absoluto (6.182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CDA835"/>
                </a:solidFill>
                <a:latin typeface="Calibri"/>
              </a:rPr>
              <a:t>ATENÇÃO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CDA835"/>
                </a:solidFill>
                <a:latin typeface="Calibri"/>
              </a:rPr>
              <a:t>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23/06/2026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27/04/2025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406,0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0,450 / fuso 0,860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6.046,81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5.882,83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0,9729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**1,03×** a massa típica → antecipa a próxima troca (×0,973)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395,0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406,0 × 1,0000 × 0,9729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23/06/2026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IJ-164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367.213 peças em 23 meses com pico histórico de 22.310 em Mar/2025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N-142/44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40,26 % da produção — composto principal por 21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3,57 %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23/06/2026 — 57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367.213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12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3,57 %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22.310 peças — Mar/2025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23/06/2026 (57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CDA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