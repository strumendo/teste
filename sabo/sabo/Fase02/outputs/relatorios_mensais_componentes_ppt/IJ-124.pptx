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823.256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0,87 %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7.203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823.256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0,87 %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7.203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Mar/2025: 53.631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N148/18 lidera com 32,11 %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0,87 %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04/01/2025 — próxima prescrita em 20/09/2025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53.631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Mar/2025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35.794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6.031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N148/18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32,11 %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264.377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20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2.504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N148/18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264.377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32,11 %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2.504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F403/32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150.366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18,26 %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132.564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16,10 %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90.553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11,00 %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N-142/67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51.878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6,30 %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584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F424/40 MARROM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29.609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3,60 %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0,87 %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7.203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823.256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N148/18: maior volume de refugo absoluto (2.504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E53E5A"/>
                </a:solidFill>
                <a:latin typeface="Calibri"/>
              </a:rPr>
              <a:t>-219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20/09/2025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04/01/2025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332,0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4.840,48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2.778,94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0,7000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**1,74×** a massa típica → antecipa a próxima troca (×0,700)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232,4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332,0 × 1,0000 × 0,7000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20/09/2025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823.256 peças em 23 meses com pico histórico de 53.631 em Mar/2025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N148/18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32,11 % da produção — composto principal por 20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0,87 %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20/09/2025 — -219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823.256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12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0,87 %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53.631 peças — Mar/2025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20/09/2025 (-219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