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IJ-046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792.737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1,41 %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11.144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IJ-046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792.737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1,41 %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11.144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Fev/2026: 129.269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P250/14 lidera com 49,05 %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1,41 %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05/01/2025 — próxima prescrita em 29/09/2025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IJ-046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IJ-046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129.269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Fev/2026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34.467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6.093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Mai/2024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IJ-046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IJ-046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P250/14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49,05 %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388.868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21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6.044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P250/14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388.868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49,05 %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6.044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F420/191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113.854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14,36 %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1.330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N148/18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78.953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9,96 %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1.040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782312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S315/10 MACARRÃO 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82312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76.777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782312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9,69 %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782312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395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4782312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202936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F403/32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202936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51.878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02936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6,54 %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5202936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979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5202936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623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N-142/67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62356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30.349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562356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3,83 %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562356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84280" y="562356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IJ-046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IJ-046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2CA57E"/>
                </a:solidFill>
                <a:latin typeface="Calibri"/>
              </a:rPr>
              <a:t>1,41 %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11.144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792.737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2CA57E"/>
                </a:solidFill>
                <a:latin typeface="Calibri"/>
              </a:rPr>
              <a:t>Dentro do limite aceitável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P250/14: maior volume de refugo absoluto (6.044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abaixo de 1,5 % no período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IJ-046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IJ-046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E53E5A"/>
                </a:solidFill>
                <a:latin typeface="Calibri"/>
              </a:rPr>
              <a:t>-210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29/09/2025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05/01/2025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343,0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8.145,35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2.083,89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0,7000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**3,91×** a massa típica → antecipa a próxima troca (×0,700)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240,1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343,0 × 1,0000 × 0,7000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29/09/2025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IJ-046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IJ-046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792.737 peças em 23 meses com pico histórico de 129.269 em Fev/2026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P250/14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49,05 % da produção — composto principal por 21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1,41 %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29/09/2025 — -210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792.737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11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1,41 %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129.269 peças — Fev/2026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29/09/2025 (-210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IJ-046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