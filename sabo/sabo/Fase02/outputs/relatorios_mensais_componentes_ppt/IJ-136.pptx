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271.540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1,87 %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5.072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271.540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1,87 %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5.072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Jul/2025: 19.586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FP75614/49 lidera com 99,74 %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1,87 %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01/11/2025 — próxima prescrita em 21/10/2027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19.586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Jul/2025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11.806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2.983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FP75614/49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99,74 %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270.828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23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5.063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FP75614/49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270.828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99,74 %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5.063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EP 4053/1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0,26 %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1,87 %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5.072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271.540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FP75614/49: maior volume de refugo absoluto (5.063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F1A13C"/>
                </a:solidFill>
                <a:latin typeface="Calibri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próximo do limite — monitorar tendência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2CA57E"/>
                </a:solidFill>
                <a:latin typeface="Calibri"/>
              </a:rPr>
              <a:t>✓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2CA57E"/>
                </a:solidFill>
                <a:latin typeface="Calibri"/>
              </a:rPr>
              <a:t>542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21/10/2027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01/11/2025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532,0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0,040 / fuso 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449,11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2.099,92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1,3000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**0,21×** a massa típica → adia a próxima troca (×1,300)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691,6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532,0 × 1,0000 × 1,3000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21/10/2027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271.540 peças em 23 meses com pico histórico de 19.586 em Jul/2025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FP75614/49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99,74 % da produção — composto principal por 23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1,87 %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21/10/2027 — 542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271.540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1,87 %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19.586 peças — Jul/2025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21/10/2027 (542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