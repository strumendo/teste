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222.556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3,64 %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8.102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222.556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3,64 %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8.102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Ago/2024: 17.092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P250/14 lidera com 87,27 %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3,64 %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07/07/2025 — próxima prescrita em 05/05/2027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17.092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Ago/2024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9.676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1.640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Nov/2025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P250/14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87,27 %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194.230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23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7.554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P250/14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194.230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87,27 %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7.554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N-142/44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14.248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6,40 %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258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14.078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6,33 %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290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F1A13C"/>
                </a:solidFill>
                <a:latin typeface="Calibri"/>
              </a:rPr>
              <a:t>3,64 %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8.102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222.556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1A13C"/>
                </a:solidFill>
                <a:latin typeface="Calibri"/>
              </a:rPr>
              <a:t>Atenção ao patamar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P250/14: maior volume de refugo absoluto (7.554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F1A13C"/>
                </a:solidFill>
                <a:latin typeface="Calibri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próximo do limite — monitorar tendência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2CA57E"/>
                </a:solidFill>
                <a:latin typeface="Calibri"/>
              </a:rPr>
              <a:t>✓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2CA57E"/>
                </a:solidFill>
                <a:latin typeface="Calibri"/>
              </a:rPr>
              <a:t>373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05/05/2027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07/07/2025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492,0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0,000 / fuso 0,030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2.142,04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4.864,46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1,3000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**0,44×** a massa típica → adia a próxima troca (×1,300)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639,6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492,0 × 1,0000 × 1,3000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05/05/2027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222.556 peças em 23 meses com pico histórico de 17.092 em Ago/2024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P250/14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87,27 % da produção — composto principal por 23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3,64 %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05/05/2027 — 373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222.556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3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3,64 %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17.092 peças — Ago/2024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05/05/2027 (373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