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580.076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0,33 %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1.893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580.076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0,33 %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1.893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Jan/2026: 345.484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N-142/44 lidera com 23,48 %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0,33 %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11/10/2025 — próxima prescrita em 30/10/2026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345.484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Jan/2026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25.221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Mar/2025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N-142/44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23,48 %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136.185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19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N-142/44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136.185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23,48 %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94.200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16,24 %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83.590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14,41 %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73.500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12,67 %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FP75614/49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72.984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12,58 %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1.240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53.985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9,31 %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0,33 %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1.893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580.076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FP75614/49: maior volume de refugo absoluto (1.240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MARROM: zero refugo registrado em 2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186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30/10/2026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11/10/2025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510,0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0,550 / fuso 1,070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5.415,71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506,41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0,7000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**10,69×** a massa típica → antecipa a próxima troca (×0,700)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357,0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510,0 × 1,0000 × 0,7000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30/10/2026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580.076 peças em 23 meses com pico histórico de 345.484 em Jan/2026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N-142/44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23,48 % da produção — composto principal por 2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0,33 %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30/10/2026 — 186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580.076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15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0,33 %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345.484 peças — Jan/2026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30/10/2026 (186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