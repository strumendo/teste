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IJ-044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402.811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23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1,39 %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5.618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IJ-044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402.811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1,39 %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5.618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Set/2025: 115.579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F424/40 MARROM lidera com 44,36 %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1,39 %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08/11/2025 — próxima prescrita em 28/11/2027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IJ-044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IJ-044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115.579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Set/2025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17.514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23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1.316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Mai/2024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IJ-044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IJ-044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F424/40 MARROM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44,36 %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178.695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11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1.367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F424/40 MARROM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178.695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44,36 %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1.367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F420/191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43.518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10,80 %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497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361688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N148/18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61688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43.146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361688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10,71 %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361688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4361688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782312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F403/32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782312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38.671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782312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9,60 %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4782312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788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4782312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202936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P250/14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202936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36.322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202936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9,02 %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44200" y="5202936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819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5202936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623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F420/95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62356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21.164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562356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5,25 %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44200" y="562356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538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84280" y="562356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IJ-044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IJ-044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2CA57E"/>
                </a:solidFill>
                <a:latin typeface="Calibri"/>
              </a:rPr>
              <a:t>1,39 %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5.618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402.811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2CA57E"/>
                </a:solidFill>
                <a:latin typeface="Calibri"/>
              </a:rPr>
              <a:t>Dentro do limite aceitável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F424/40 MARROM: maior volume de refugo absoluto (1.367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S315/10 MACARRÃO EXTR  8+/- 1mm: zero refugo registrado em 2 mês(es) de uso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62356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62356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abaixo de 1,5 % no período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IJ-044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IJ-044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2CA57E"/>
                </a:solidFill>
                <a:latin typeface="Calibri"/>
              </a:rPr>
              <a:t>✓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2CA57E"/>
                </a:solidFill>
                <a:latin typeface="Calibri"/>
              </a:rPr>
              <a:t>580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28/11/2027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08/11/2025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555,0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458,85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5.337,28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1,3000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**0,09×** a massa típica → adia a próxima troca (×1,300)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721,5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555,0 × 1,0000 × 1,3000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28/11/2027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IJ-044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IJ-044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402.811 peças em 23 meses com pico histórico de 115.579 em Set/2025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F424/40 MARROM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44,36 % da produção — composto principal por 11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1,39 %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28/11/2027 — 580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402.811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14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1,39 %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115.579 peças — Set/2025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28/11/2027 (580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IJ-044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