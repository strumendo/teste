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807.238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0,59 %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4.774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807.238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0,59 %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4.774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Out/2024: 52.338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MASSA F420/191 lidera com 38,93 %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0,59 %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08/02/2025 — próxima prescrita em 18/12/2025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52.338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Out/2024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35.097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2.628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MASSA F420/191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38,93 %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314.286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2.089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MASSA F420/191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314.286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38,93 %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2.089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272.559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33,76 %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1.737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137.329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17,01 %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N190/30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63.058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7,81 %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19.974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2,47 %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0,00 %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0,59 %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4.774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807.238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F420/191: maior volume de refugo absoluto (2.089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-130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18/12/2025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08/02/2025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342,0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0,040 / fuso 0,210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1.792,57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1.497,07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0,8352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**1,20×** a massa típica → antecipa a próxima troca (×0,835)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285,6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342,0 × 1,0000 × 0,8352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18/12/2025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807.238 peças em 23 meses com pico histórico de 52.338 em Out/2024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MASSA F420/191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38,93 % da produção — composto principal por 21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0,59 %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18/12/2025 — -130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807.238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7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0,59 %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52.338 peças — Out/2024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18/12/2025 (-130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