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2.040.210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2,03 %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41.409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2.040.210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2,03 %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41.409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Ago/2024: 149.649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MASSA S315/10 MACARRÃO EXTR  8+/- 1mm lidera com 90,35 %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2,03 %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06/09/2025 — próxima prescrita em 03/09/2027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149.649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Ago/2024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88.705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19.591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MASSA S315/10 MACARRÃO EXTR  8+/- 1mm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90,35 %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1.843.280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23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37.762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MASSA S315/10 MACARRÃO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1.843.280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90,35 %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37.762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 DIAM CORDÃO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164.501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8,06 %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2.829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32.429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1,59 %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F1A13C"/>
                </a:solidFill>
                <a:latin typeface="Calibri"/>
              </a:rPr>
              <a:t>2,03 %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41.409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2.040.210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1A13C"/>
                </a:solidFill>
                <a:latin typeface="Calibri"/>
              </a:rPr>
              <a:t>Atenção ao patamar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S315/10 MACARRÃO EXTR  8+/- 1mm: maior volume de refugo absoluto (37.762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494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03/09/2027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06/09/2025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538,0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0,530 / fuso 0,750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1.870,32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5.243,22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**0,36×**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699,4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538,0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03/09/2027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2.040.210 peças em 23 meses com pico histórico de 149.649 em Ago/2024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MASSA S315/10 MACARRÃO EXTR  8+/- 1mm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90,35 % da produção — composto principal por 23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2,03 %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03/09/2027 — 494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2.040.210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2,03 %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149.649 peças — Ago/2024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03/09/2027 (494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