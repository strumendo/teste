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573.047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1,72 %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9.852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573.047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1,72 %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9.852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Jul/2025: 29.800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F424/40 MARROM lidera com 48,83 %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1,72 %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23/02/2025 — próxima prescrita em 21/12/2025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29.800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Jul/2025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24.915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5.507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F424/40 MARROM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48,83 %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279.820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21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5.253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F424/40 MARROM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279.820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48,83 %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5.253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70.139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12,24 %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68.173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11,90 %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1.531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56.449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9,85 %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24.376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4,25 %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23.747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4,14 %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384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1,72 %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9.852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573.047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MARROM: maior volume de refugo absoluto (5.253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P248/40: zero refugo registrado em 2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E53E5A"/>
                </a:solidFill>
                <a:latin typeface="Calibri"/>
              </a:rPr>
              <a:t>-127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21/12/2025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23/02/2025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379,0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0,090 / fuso 0,570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4.902,88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3.538,51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0,7217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**1,39×** a massa típica → antecipa a próxima troca (×0,722)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273,5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379,0 × 1,0000 × 0,7217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21/12/2025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573.047 peças em 23 meses com pico histórico de 29.800 em Jul/2025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F424/40 MARROM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48,83 % da produção — composto principal por 21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1,72 %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21/12/2025 — -127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573.047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15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1,72 %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29.800 peças — Jul/2025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21/12/2025 (-127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