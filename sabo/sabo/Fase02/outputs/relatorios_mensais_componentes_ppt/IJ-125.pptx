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247.512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2,21 %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5.460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247.512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2,21 %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5.460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Abr/2025: 16.519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FP75614/49 lidera com 99,16 %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2,21 %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19/12/2024 — próxima prescrita em 03/11/2025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16.519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Abr/2025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10.761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Jan/2026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FP75614/49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99,16 %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245.422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22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5.385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FP75614/49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245.422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99,16 %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5.385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EP 4053/1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2.090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0,84 %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F1A13C"/>
                </a:solidFill>
                <a:latin typeface="Calibri"/>
              </a:rPr>
              <a:t>2,21 %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5.460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247.512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F1A13C"/>
                </a:solidFill>
                <a:latin typeface="Calibri"/>
              </a:rPr>
              <a:t>Atenção ao patamar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FP75614/49: maior volume de refugo absoluto (5.385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F1A13C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próximo do limite — monitorar tendência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E53E5A"/>
                </a:solidFill>
                <a:latin typeface="Calibri"/>
              </a:rPr>
              <a:t>-175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03/11/2025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19/12/2024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416,5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0,010 / fuso 0,050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1.541,04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945,02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0,7000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**1,63×** a massa típica → antecipa a próxima troca (×0,700)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291,5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416,5 × 1,0000 × 0,7000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03/11/2025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247.512 peças em 23 meses com pico histórico de 16.519 em Abr/2025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FP75614/49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99,16 % da produção — composto principal por 22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2,21 %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03/11/2025 — -175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247.512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2,21 %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16.519 peças — Abr/2025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03/11/2025 (-175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