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904.179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1,04 %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9.435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904.179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1,04 %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9.435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Mar/2026: 88.216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N148/18 lidera com 38,68 %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1,04 %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05/04/2025 — próxima prescrita em 17/04/2026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88.216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Mar/2026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39.312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6.062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N148/18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38,68 %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349.706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21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3.244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N148/18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349.706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38,68 %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3.244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N-184/2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167.449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18,52 %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3.304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118.660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13,12 %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58.825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6,51 %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54.840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6,07 %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367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N-142/67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40.009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4,42 %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1,04 %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9.435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904.179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N-184/2: maior volume de refugo absoluto (3.304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F424/50: zero refugo registrado em 1 mês(es) de uso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62356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62356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17/04/2026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05/04/2025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406,0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0,035 / fuso 0,090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4.304,60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3.712,84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0,8625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**1,16×** a massa típica → antecipa a próxima troca (×0,863)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350,2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406,0 × 1,0000 × 0,8625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17/04/2026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904.179 peças em 23 meses com pico histórico de 88.216 em Mar/2026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N148/18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38,68 % da produção — composto principal por 21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1,04 %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17/04/2026 — -10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904.179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12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1,04 %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88.216 peças — Mar/2026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17/04/2026 (-10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