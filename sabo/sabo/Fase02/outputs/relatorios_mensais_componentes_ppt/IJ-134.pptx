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IJ-134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511.366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23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1,73 %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8.831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511.366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1,73 %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8.831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Ago/2024: 26.886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P250/14 lidera com 53,97 %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1,73 %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07/08/2025 — próxima prescrita em 15/07/2027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26.886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Ago/2024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22.233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23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4.315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Mai/2024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P250/14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53,97 %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275.984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21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5.130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P250/14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275.984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53,97 %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5.130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N148/18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58.508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11,44 %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782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361688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S315/10 MACARRÃO 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61688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25.287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361688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4,94 %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361688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458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4361688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782312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F420/95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782312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25.166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782312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4,92 %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4782312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4782312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202936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F403/32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202936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23.990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202936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4,69 %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44200" y="5202936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446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5202936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623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N146/9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62356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23.584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562356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4,61 %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44200" y="562356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84280" y="562356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2CA57E"/>
                </a:solidFill>
                <a:latin typeface="Calibri"/>
              </a:rPr>
              <a:t>1,73 %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8.831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511.366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2CA57E"/>
                </a:solidFill>
                <a:latin typeface="Calibri"/>
              </a:rPr>
              <a:t>Dentro do limite aceitável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P250/14: maior volume de refugo absoluto (5.130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N-142/44: zero refugo registrado em 1 mês(es) de uso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62356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F1A13C"/>
                </a:solidFill>
                <a:latin typeface="Calibri"/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62356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próximo do limite — monitorar tendência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2CA57E"/>
                </a:solidFill>
                <a:latin typeface="Calibri"/>
              </a:rPr>
              <a:t>✓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2CA57E"/>
                </a:solidFill>
                <a:latin typeface="Calibri"/>
              </a:rPr>
              <a:t>444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15/07/2027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07/08/2025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523,0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cil. 0,280 / fuso 1,790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2.679,03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4.576,19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1,3000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**0,59×** a massa típica → adia a próxima troca (×1,300)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679,9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523,0 × 1,0000 × 1,3000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15/07/2027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511.366 peças em 23 meses com pico histórico de 26.886 em Ago/2024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P250/14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53,97 % da produção — composto principal por 21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1,73 %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15/07/2027 — 444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511.366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18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1,73 %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26.886 peças — Ago/2024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15/07/2027 (444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