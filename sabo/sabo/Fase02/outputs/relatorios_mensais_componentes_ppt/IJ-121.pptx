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614.372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1,42 %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8.736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614.372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1,42 %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8.736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Mar/2026: 62.495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N148/18 lidera com 24,47 %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1,42 %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29/06/2025 — próxima prescrita em 29/10/2026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62.495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Mar/2026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26.712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6.173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N148/18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24,47 %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150.309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18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1.250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N148/18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150.309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24,47 %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1.250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118.508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19,29 %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2.027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113.771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18,52 %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2.466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54.069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8,80 %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537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N-142/67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41.986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6,83 %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41.002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6,67 %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1,42 %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8.736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614.372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F403/32: maior volume de refugo absoluto (2.466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P248/40: zero refugo registrado em 1 mês(es)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2356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185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29/10/2026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29/06/2025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490,0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0,070 / fuso 0,310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5.112,99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4.797,71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0,9383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**1,07×** a massa típica → antecipa a próxima troca (×0,938)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459,8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490,0 × 1,0000 × 0,9383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29/10/2026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614.372 peças em 23 meses com pico histórico de 62.495 em Mar/2026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N148/18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24,47 % da produção — composto principal por 18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1,42 %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29/10/2026 — 185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614.372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15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1,42 %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62.495 peças — Mar/2026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29/10/2026 (185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