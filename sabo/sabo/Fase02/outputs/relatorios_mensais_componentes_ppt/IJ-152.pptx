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Jan/2026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1.159.129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21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1,36 %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15.814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1.159.129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1,36 %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15.814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Jul/2025: 72.009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P250/14 lidera com 68,25 %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1,36 %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17/08/2025 — próxima prescrita em 27/09/2027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72.009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Jul/2025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55.197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21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16.322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P250/14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68,25 %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791.048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20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9.382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P250/14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791.048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68,25 %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9.382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108.145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9,33 %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2.355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F420/191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95.209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8,21 %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1.511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782312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F424/40 MARROM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4782312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61.478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4782312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5,30 %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4782312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555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84280" y="4782312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5202936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P248/40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5202936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34.194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5202936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2,95 %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202936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995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84280" y="5202936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623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N148/18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25.317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562356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2,18 %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44200" y="562356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187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84280" y="562356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1,36 %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15.814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1.159.129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P250/14: maior volume de refugo absoluto (9.382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518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27/09/2027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17/08/2025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526,0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0,060 / fuso 0,350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1.854,29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5.117,20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**0,36×**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683,8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526,0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27/09/2027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1.159.129 peças em 21 meses com pico histórico de 72.009 em Jul/2025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P250/14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68,25 % da produção — composto principal por 20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1,36 %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27/09/2027 — 518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1.159.129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21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11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1,36 %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72.009 peças — Jul/2025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27/09/2027 (518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IJ-152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Jan/2026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